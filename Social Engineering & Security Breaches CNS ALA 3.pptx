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JetBrains Mono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210942"/>
            <a:ext cx="762000" cy="381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95812" y="1656457"/>
            <a:ext cx="3000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JetBrains Mono"/>
              </a:rPr>
              <a:t>SYS_READY // GMIU_ASSIGNMENT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2132707"/>
            <a:ext cx="12049125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Social Engineering Attacks and Major Security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9015" y="3458467"/>
            <a:ext cx="88939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5B4CB"/>
                </a:solidFill>
                <a:latin typeface="Space Grotesk"/>
              </a:rPr>
              <a:t>Understanding Cyber Threats, Attack Techniques and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8244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03009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JetBrains Mono"/>
              </a:rPr>
              <a:t>[Student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4782442"/>
            <a:ext cx="1809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ENROLLMENT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5030092"/>
            <a:ext cx="1809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JetBrains Mono"/>
              </a:rPr>
              <a:t>[Enrollment Number]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78244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3009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JetBrains Mono"/>
              </a:rPr>
              <a:t>[Subject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478244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503009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JetBrains Mono"/>
              </a:rPr>
              <a:t>GMIU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609600"/>
            <a:ext cx="520065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28650"/>
            <a:ext cx="5162550" cy="5600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81387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195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357687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9583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824037"/>
            <a:ext cx="6453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CONCEPT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47887"/>
            <a:ext cx="6775846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Hacking the Human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71787"/>
            <a:ext cx="64531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233A"/>
                </a:solidFill>
                <a:latin typeface="Space Grotesk"/>
              </a:rPr>
              <a:t>Exploiting psychology over technical flaws.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471862"/>
            <a:ext cx="60150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Trust: Impersonating authority or colleagues.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910012"/>
            <a:ext cx="6072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4D"/>
                </a:solidFill>
                <a:latin typeface="Space Grotesk"/>
              </a:rPr>
              <a:t>Fear: Threatening account suspension or legal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348162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Urgency: Demanding immediate wire transfers.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786312"/>
            <a:ext cx="60436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Curiosity: Baiting with hidden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5125" y="1933575"/>
            <a:ext cx="3401466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5192" y="1833562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5258" y="1833562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80233" y="4343400"/>
            <a:ext cx="3401466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4243387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50" y="22479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517" y="2147887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583" y="2147887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558" y="465772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557712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ATTACK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Types of Social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50" y="2705100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50" y="3048000"/>
            <a:ext cx="34660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Fake emails and cloned websites.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517" y="2605087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Pretexting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517" y="2947987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Creating fabricated identities or stories.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583" y="2605087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Baiting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583" y="2947987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Offering attractive items to trick victims.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4558" y="5114925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Vishing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4558" y="5457825"/>
            <a:ext cx="34660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Fraudulent high-pressure phone calls.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5014912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Smishing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5357812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Deceptive SMS messages with malicious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How the Attack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5850" y="2266950"/>
            <a:ext cx="100203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8110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48050" y="333851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0" y="333851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8195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890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822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00F0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006" y="4243387"/>
            <a:ext cx="14901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Fake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Attacker creates deceptive urgency.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5175" y="333851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00F0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987" y="4329112"/>
            <a:ext cx="1000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143" y="4624387"/>
            <a:ext cx="230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Victim receives email or SMS.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5" y="333851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F004D"/>
                </a:solidFill>
                <a:latin typeface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0920" y="4329112"/>
            <a:ext cx="12701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0390" y="4624387"/>
            <a:ext cx="2131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Victim clicks malicious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907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F004D"/>
                </a:solidFill>
                <a:latin typeface="JetBrai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2868" y="4243387"/>
            <a:ext cx="13001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Data Stolen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232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Fake portal captures credentials.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602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JetBrai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4808" y="4243387"/>
            <a:ext cx="14701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Compromised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927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Unauthorized network access achieved.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14575"/>
            <a:ext cx="3454449" cy="3276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68849" y="2414587"/>
            <a:ext cx="3454449" cy="307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28099" y="2314575"/>
            <a:ext cx="3454449" cy="3276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14575"/>
            <a:ext cx="3454449" cy="381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68849" y="2414587"/>
            <a:ext cx="3454449" cy="381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99" y="2314575"/>
            <a:ext cx="3454449" cy="38100"/>
          </a:xfrm>
          <a:prstGeom prst="rect">
            <a:avLst/>
          </a:prstGeom>
          <a:solidFill>
            <a:srgbClr val="0B6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CASE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Major Real-World Security Breaches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74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Twitter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2757487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Target (2013)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26574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Uber (2022)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289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High-profile accounts hijacked.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814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Phone spear-phishing employees.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338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Massive cryptocurrency scam.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863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Strict internal access limits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49" y="3328987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40M payment cards exposed.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649" y="368141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Phishing an external HVAC vendor.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649" y="423386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Unrestricted lateral network movement.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478631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Vendor risk management is critical.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99" y="32289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Deep internal infrastructure breach.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899" y="37814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Social engineering via MFA fatigue.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99" y="43338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Source code and Slack databases exposed.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899" y="48863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Upgrade and rate-limit MFA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51816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62237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38487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614737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09098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56723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043487"/>
            <a:ext cx="1714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590675"/>
            <a:ext cx="5791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DEFENSE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14525"/>
            <a:ext cx="57912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Prevention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26384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Deploy strong, unique passwords.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1146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Enforce Multi-Factor Authentication.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5909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004D"/>
                </a:solidFill>
                <a:latin typeface="Space Grotesk"/>
              </a:rPr>
              <a:t>Never click unverified links.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40671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Verify requests via secondary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5434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004D"/>
                </a:solidFill>
                <a:latin typeface="Space Grotesk"/>
              </a:rPr>
              <a:t>Ban usage of unknown USB devices.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50196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Provide regular security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09750"/>
            <a:ext cx="5181600" cy="443865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1809750"/>
            <a:ext cx="5181600" cy="443865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809750"/>
            <a:ext cx="5181600" cy="76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1809750"/>
            <a:ext cx="5181600" cy="762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3812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812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OPERATIONAL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933450"/>
            <a:ext cx="12954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Do's and Don'ts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2343150"/>
            <a:ext cx="5120640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43150"/>
            <a:ext cx="4876800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004D"/>
                </a:solidFill>
                <a:latin typeface="Space Grotesk"/>
              </a:rPr>
              <a:t>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0289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Verify sender identities before replying.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5052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Inspect URL domains for typos.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814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Report suspicious messages to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4577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Protect personal operational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289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Never share OTPs or passwords.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52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Avoid opening unknown attachments.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814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Ignore unexpected prize notifications.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577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Do not connect found USB drives.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454622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3369022"/>
            <a:ext cx="9001125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Stay Secure. Stay Vigilant.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7828" y="4108102"/>
            <a:ext cx="503634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5B4CB"/>
                </a:solidFill>
                <a:latin typeface="Space Grotesk"/>
              </a:rPr>
              <a:t>Thank you for your time. Questions?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155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86956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Times New Roman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23937"/>
            <a:ext cx="80819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Times New Roman"/>
              </a:rPr>
              <a:t>https://images.stockcake.com/public/2/3/a/23a3e61b-a196-4d72-9545-faee77d5d5e0_large/cyberpunk-security-icon-stockcake.jpg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3962"/>
            <a:ext cx="17561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Times New Roman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Times New Roman"/>
              </a:rPr>
              <a:t>stockcake.com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BF5C7-9072-4A00-3975-5FAB549B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84" y="1683383"/>
            <a:ext cx="7026249" cy="49305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407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Space Grotesk</vt:lpstr>
      <vt:lpstr>Arial</vt:lpstr>
      <vt:lpstr>Times New Roman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</dc:creator>
  <cp:keywords/>
  <dc:description>generated using python-pptx</dc:description>
  <cp:lastModifiedBy>ayush parmar</cp:lastModifiedBy>
  <cp:revision>2</cp:revision>
  <dcterms:created xsi:type="dcterms:W3CDTF">2013-01-27T09:14:16Z</dcterms:created>
  <dcterms:modified xsi:type="dcterms:W3CDTF">2026-10-30T11:16:28Z</dcterms:modified>
  <cp:category/>
</cp:coreProperties>
</file>